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57f372b4b14e9f" /><Relationship Type="http://schemas.openxmlformats.org/officeDocument/2006/relationships/extended-properties" Target="/docProps/app.xml" Id="Rcfc6496c1e4c4a7d" /><Relationship Type="http://schemas.openxmlformats.org/officeDocument/2006/relationships/officeDocument" Target="/ppt/presentation.xml" Id="R01ac9c71d97f4dcc" /></Relationships>
</file>

<file path=ppt/presentation.xml><?xml version="1.0" encoding="utf-8"?>
<p:presentation xmlns:p="http://schemas.openxmlformats.org/presentationml/2006/main">
  <p:sldMasterIdLst>
    <p:sldMasterId xmlns:r="http://schemas.openxmlformats.org/officeDocument/2006/relationships" id="2147483648" r:id="Rb4ffc27825294078"/>
  </p:sldMasterIdLst>
  <p:notesMasterIdLst>
    <p:notesMasterId xmlns:r="http://schemas.openxmlformats.org/officeDocument/2006/relationships" r:id="R9b397ddb4c1a4fd2"/>
  </p:notesMasterIdLst>
  <p:sldIdLst>
    <p:sldId xmlns:r="http://schemas.openxmlformats.org/officeDocument/2006/relationships" id="256" r:id="R620444d3d1234d67"/>
    <p:sldId xmlns:r="http://schemas.openxmlformats.org/officeDocument/2006/relationships" id="257" r:id="Rd57b3e9946874e38"/>
    <p:sldId xmlns:r="http://schemas.openxmlformats.org/officeDocument/2006/relationships" id="258" r:id="Rfac1ff20619e40fe"/>
    <p:sldId xmlns:r="http://schemas.openxmlformats.org/officeDocument/2006/relationships" id="259" r:id="Reacb58abde2f4b3c"/>
    <p:sldId xmlns:r="http://schemas.openxmlformats.org/officeDocument/2006/relationships" id="260" r:id="Re029585bad184f38"/>
    <p:sldId xmlns:r="http://schemas.openxmlformats.org/officeDocument/2006/relationships" id="261" r:id="R7e7f300c2aef456f"/>
    <p:sldId xmlns:r="http://schemas.openxmlformats.org/officeDocument/2006/relationships" id="262" r:id="Rf1e29d229ab5435f"/>
    <p:sldId xmlns:r="http://schemas.openxmlformats.org/officeDocument/2006/relationships" id="263" r:id="R9adf9c5ab5094912"/>
    <p:sldId xmlns:r="http://schemas.openxmlformats.org/officeDocument/2006/relationships" id="264" r:id="R69d218040c6f4379"/>
    <p:sldId xmlns:r="http://schemas.openxmlformats.org/officeDocument/2006/relationships" id="265" r:id="R1a7a8a3ca9654918"/>
    <p:sldId xmlns:r="http://schemas.openxmlformats.org/officeDocument/2006/relationships" id="266" r:id="R94662dd3a79d4fa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a8ccc407444672" /><Relationship Type="http://schemas.openxmlformats.org/officeDocument/2006/relationships/slideMaster" Target="/ppt/slideMasters/slideMaster1.xml" Id="Rb4ffc27825294078" /><Relationship Type="http://schemas.openxmlformats.org/officeDocument/2006/relationships/notesMaster" Target="/ppt/notesMasters/notesMaster1.xml" Id="R9b397ddb4c1a4fd2" /><Relationship Type="http://schemas.openxmlformats.org/officeDocument/2006/relationships/presProps" Target="/ppt/presProps.xml" Id="Rc907ff367af544a6" /><Relationship Type="http://schemas.openxmlformats.org/officeDocument/2006/relationships/tableStyles" Target="/ppt/tableStyles.xml" Id="Rfd4df38da8bc4202" /><Relationship Type="http://schemas.openxmlformats.org/officeDocument/2006/relationships/slide" Target="/ppt/slides/slide1.xml" Id="R620444d3d1234d67" /><Relationship Type="http://schemas.openxmlformats.org/officeDocument/2006/relationships/slide" Target="/ppt/slides/slide2.xml" Id="Rd57b3e9946874e38" /><Relationship Type="http://schemas.openxmlformats.org/officeDocument/2006/relationships/slide" Target="/ppt/slides/slide3.xml" Id="Rfac1ff20619e40fe" /><Relationship Type="http://schemas.openxmlformats.org/officeDocument/2006/relationships/slide" Target="/ppt/slides/slide4.xml" Id="Reacb58abde2f4b3c" /><Relationship Type="http://schemas.openxmlformats.org/officeDocument/2006/relationships/slide" Target="/ppt/slides/slide5.xml" Id="Re029585bad184f38" /><Relationship Type="http://schemas.openxmlformats.org/officeDocument/2006/relationships/slide" Target="/ppt/slides/slide6.xml" Id="R7e7f300c2aef456f" /><Relationship Type="http://schemas.openxmlformats.org/officeDocument/2006/relationships/slide" Target="/ppt/slides/slide7.xml" Id="Rf1e29d229ab5435f" /><Relationship Type="http://schemas.openxmlformats.org/officeDocument/2006/relationships/slide" Target="/ppt/slides/slide8.xml" Id="R9adf9c5ab5094912" /><Relationship Type="http://schemas.openxmlformats.org/officeDocument/2006/relationships/slide" Target="/ppt/slides/slide9.xml" Id="R69d218040c6f4379" /><Relationship Type="http://schemas.openxmlformats.org/officeDocument/2006/relationships/slide" Target="/ppt/slides/slide10.xml" Id="R1a7a8a3ca9654918" /><Relationship Type="http://schemas.openxmlformats.org/officeDocument/2006/relationships/slide" Target="/ppt/slides/slide11.xml" Id="R94662dd3a79d4f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ca7a8091b447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d7cdfee33f41e2" /><Relationship Type="http://schemas.openxmlformats.org/officeDocument/2006/relationships/notesMaster" Target="/ppt/notesMasters/notesMaster1.xml" Id="Rba7c8361682045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cc0191ace24507" /><Relationship Type="http://schemas.openxmlformats.org/officeDocument/2006/relationships/notesMaster" Target="/ppt/notesMasters/notesMaster1.xml" Id="Re1e651bf1fe24b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61532de2ab4201" /><Relationship Type="http://schemas.openxmlformats.org/officeDocument/2006/relationships/notesMaster" Target="/ppt/notesMasters/notesMaster1.xml" Id="R3a467c5fce694f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94bec41f4d4117" /><Relationship Type="http://schemas.openxmlformats.org/officeDocument/2006/relationships/notesMaster" Target="/ppt/notesMasters/notesMaster1.xml" Id="R5039b3621fe94f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da58cf71754f35" /><Relationship Type="http://schemas.openxmlformats.org/officeDocument/2006/relationships/notesMaster" Target="/ppt/notesMasters/notesMaster1.xml" Id="R0ee0445804f948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17ac2483564367" /><Relationship Type="http://schemas.openxmlformats.org/officeDocument/2006/relationships/notesMaster" Target="/ppt/notesMasters/notesMaster1.xml" Id="Rd44edafe4dcf46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3183f43e084da1" /><Relationship Type="http://schemas.openxmlformats.org/officeDocument/2006/relationships/notesMaster" Target="/ppt/notesMasters/notesMaster1.xml" Id="R0021556030d641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38e0566b0b4744" /><Relationship Type="http://schemas.openxmlformats.org/officeDocument/2006/relationships/notesMaster" Target="/ppt/notesMasters/notesMaster1.xml" Id="Rad954499da254a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5a0a012d604e6f" /><Relationship Type="http://schemas.openxmlformats.org/officeDocument/2006/relationships/notesMaster" Target="/ppt/notesMasters/notesMaster1.xml" Id="R8486c240ec8c4a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b0bf1b42e34633" /><Relationship Type="http://schemas.openxmlformats.org/officeDocument/2006/relationships/notesMaster" Target="/ppt/notesMasters/notesMaster1.xml" Id="R4cf710ab9eba4f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d9c4dd70ce41cc" /><Relationship Type="http://schemas.openxmlformats.org/officeDocument/2006/relationships/notesMaster" Target="/ppt/notesMasters/notesMaster1.xml" Id="Rc68203289a2949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will present our robot design, the block-pushing strategy, and the next steps for our two-person team. We have outlined the system architecture and the main strategy. Hardware selection is still in progress, and we do not yet have confirmed prototype test results. Our next step is to select compatible components and test a working prototype. The field diagrams illustrate decisions and motion. They do not represent measured paths or the final robot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to have more blocks in our half when the match ends. Moving blocks across the centerline is only part of the task, because the opponent can move them back. According to our current requirements, the field is 1.2 meters square and the blocks are about 2 centimeters wide. Our robot starts in the opponent half, facing our half, so the first push can begin directly. The robot may cross the centerline, and it must operate autonomously. External vision and wireless control are allowed. We still need to confirm how the pusher counts toward size limits, and how blocks on the line or inside the pusher are scored.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overhead camera gives the PC a view of the whole field. The PC estimates positions, selects targets and plans actions. The onboard control board receives speed commands, controls wheel speed and handles fault stops. We have not selected a particular chip or board. For vision, our current plan uses OpenCV color segmentation to detect blocks, and a top marker to estimate robot position and orientation. The boundary between the two members' work is a clear interface for coordinates, speed commands and robot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completed work is mainly at the design stage. We have reviewed the match requirements, divided the system into functional parts, and outlined a strategy for each phase of the match. We have also researched hardware candidates, but we have not made a final selection. We are not presenting candidate specifications as measured performance. Next, we need to confirm the remaining rule details, check component compatibility and begin prototype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strategy focuses on the number of blocks likely to remain in our half at the end. First, we identify groups that fit within the effective pusher width, allowing a margin on each side. We reject groups that cannot be approached safely or reached from the correct side. We then compare the expected number retained against the time for the entire cycle: approach, align, push, release and return. This is a decision principle that still needs testing. In the opening we use the starting position. In the midgame we respond to the opponent. In the endgame we simplify actions to fit the remaining time. Push depth depends on the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start, the robot is already on the correct side of the blocks and faces our half. We therefore begin with a group directly ahead, instead of first crossing the line or turning around. A sideways adjustment is useful only if it clearly improves the number of blocks we can cover. We choose the push depth by balancing retention against cycle time. After pushing, the robot backs off slowly and checks that the blocks have separated from the pusher. It then moves behind the next target, avoiding blocks already stored in our half. Solid lines show the push, while dashed lines show a possible return. Actual paths must account for the full pusher width and turning clearance.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midgame, we first check whether a target is feasible and then compare the likely gain and full cycle time. In this example, target A may lead to a contest with the opponent, while target B offers another option. These are illustrative positions, not measured arrival times. We consider three actions. We can collect new blocks, push threatened blocks deeper into our half, or recover blocks near the opponent's expected release point. If both robots are likely to arrive at the same time, switching targets can avoid a long head-on contest. We leave safely stored blocks alone. Once a target is selected, we hold it briefly to avoid frequent switching, unless the target changes or a collision risk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the end of the match, remaining time becomes the main constraint. We estimate the time needed to approach from the correct side, align, push and release, then add a margin for braking. Reachable blocks close to the centerline usually need less travel than distant targets. We therefore reduce long detours and unnecessary deep pushes. We must still confirm that the blocks have left the pusher. The exact release and stopping behavior will depend on the scoring rules. We will choose when to enter the endgame phase using measured action times, rather than an arbitrary fixed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first confirm the rules, component parameters and software interfaces. Then the two workstreams can proceed in parallel. The control workstream tests speed tracking, encoders and wireless commands. The vision workstream tests field calibration, robot pose and block detection. During integration, we first test movement to a point and alignment. We then complete one push, release and return cycle. Only after that cycle is reliable will we add repeated pushes, opponent-aware decisions and phase switching. Dates will depend on component delivery and course milestones. For now, progress will be assessed through working demonstrations and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proposed division of work. Member A handles mechanics, electrical integration and onboard control. Member B handles vision, strategy and the PC program. Before coding independently, we will agree on the coordinate origin, directions, units, command timeout and fault states. Both members will take part in strategy discussions, interface design, integration and practice matches. Each member will also keep clear setup instructions and test records so the other can reproduce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next review, our goal is to demonstrate a working prototype with repeatable tests. The control demonstration will show wireless speed commands, encoder feedback and safe stopping on faults. The vision demonstration will show robot pose and block positions. The integrated demonstration will complete a full push cycle and record the result. We will measure position error, action time, missed blocks and the number retained. These will be actual test results rather than assumed performance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f12960fa254a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ed50b2a4ff43a4" /><Relationship Type="http://schemas.openxmlformats.org/officeDocument/2006/relationships/slideLayout" Target="/ppt/slideLayouts/slideLayout1.xml" Id="Rb2b306a4497c45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b306a4497c45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07dfff475244f1" /><Relationship Type="http://schemas.openxmlformats.org/officeDocument/2006/relationships/image" Target="/ppt/media/image.png" Id="Rca796e888ee344fc" /><Relationship Type="http://schemas.openxmlformats.org/officeDocument/2006/relationships/notesSlide" Target="/ppt/notesSlides/notesSlide1.xml" Id="Rc8019c1978354b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88dec32dbe4d8e" /><Relationship Type="http://schemas.openxmlformats.org/officeDocument/2006/relationships/image" Target="/ppt/media/image2.png" Id="Rf451b1d532cd4ae2" /><Relationship Type="http://schemas.openxmlformats.org/officeDocument/2006/relationships/notesSlide" Target="/ppt/notesSlides/notesSlide2.xml" Id="Rdf49fd6519b14d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1af4d46da84c64" /><Relationship Type="http://schemas.openxmlformats.org/officeDocument/2006/relationships/image" Target="/ppt/media/image3.png" Id="R0cca25da564441e5" /><Relationship Type="http://schemas.openxmlformats.org/officeDocument/2006/relationships/notesSlide" Target="/ppt/notesSlides/notesSlide3.xml" Id="R160bd051270f45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730a768b244e95" /><Relationship Type="http://schemas.openxmlformats.org/officeDocument/2006/relationships/image" Target="/ppt/media/image4.png" Id="R28e45f5510fe48b0" /><Relationship Type="http://schemas.openxmlformats.org/officeDocument/2006/relationships/notesSlide" Target="/ppt/notesSlides/notesSlide4.xml" Id="Rf50654a4e73e49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22723cc8664c91" /><Relationship Type="http://schemas.openxmlformats.org/officeDocument/2006/relationships/image" Target="/ppt/media/image5.png" Id="R5104dda1219f4b21" /><Relationship Type="http://schemas.openxmlformats.org/officeDocument/2006/relationships/notesSlide" Target="/ppt/notesSlides/notesSlide5.xml" Id="Rd2167b71852f4c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4fb6a67c1b42a6" /><Relationship Type="http://schemas.openxmlformats.org/officeDocument/2006/relationships/image" Target="/ppt/media/image6.png" Id="R2486a038a63149cb" /><Relationship Type="http://schemas.openxmlformats.org/officeDocument/2006/relationships/notesSlide" Target="/ppt/notesSlides/notesSlide6.xml" Id="R27b2384f4de143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be367ee968499e" /><Relationship Type="http://schemas.openxmlformats.org/officeDocument/2006/relationships/image" Target="/ppt/media/image7.png" Id="R44f8b624027a41f9" /><Relationship Type="http://schemas.openxmlformats.org/officeDocument/2006/relationships/notesSlide" Target="/ppt/notesSlides/notesSlide7.xml" Id="Rf8be380e42bc47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6f5d5e01184157" /><Relationship Type="http://schemas.openxmlformats.org/officeDocument/2006/relationships/image" Target="/ppt/media/image8.png" Id="R600111781aa54a67" /><Relationship Type="http://schemas.openxmlformats.org/officeDocument/2006/relationships/notesSlide" Target="/ppt/notesSlides/notesSlide8.xml" Id="Rfd9f5d05fa4942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e9a815fd134d1d" /><Relationship Type="http://schemas.openxmlformats.org/officeDocument/2006/relationships/image" Target="/ppt/media/image9.png" Id="Rc8b38ae309f648d8" /><Relationship Type="http://schemas.openxmlformats.org/officeDocument/2006/relationships/notesSlide" Target="/ppt/notesSlides/notesSlide9.xml" Id="R959e7697d53c4b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2c0f9842464464" /><Relationship Type="http://schemas.openxmlformats.org/officeDocument/2006/relationships/image" Target="/ppt/media/image10.png" Id="R01b414c20665406c" /><Relationship Type="http://schemas.openxmlformats.org/officeDocument/2006/relationships/notesSlide" Target="/ppt/notesSlides/notesSlide10.xml" Id="R8725dc8bb16a41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6e343f7b3f40b0" /><Relationship Type="http://schemas.openxmlformats.org/officeDocument/2006/relationships/image" Target="/ppt/media/image11.png" Id="R0dd6244ad1ca402d" /><Relationship Type="http://schemas.openxmlformats.org/officeDocument/2006/relationships/notesSlide" Target="/ppt/notesSlides/notesSlide11.xml" Id="R7ac6d766834c4c7b"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796e888ee344f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510460046"/>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451b1d532cd4ae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837606227"/>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cca25da564441e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599180448"/>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8e45f5510fe48b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80143548"/>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104dda1219f4b2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1388650"/>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86a038a63149c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506530974"/>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4f8b624027a41f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40840842"/>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00111781aa54a6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948022382"/>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8b38ae309f648d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895883069"/>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1b414c20665406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54407922"/>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dd6244ad1ca402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37930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2026-09-29T01:18:03.8590000Z</dcterms:created>
  <dcterms:modified xsi:type="dcterms:W3CDTF">2026-09-29T01:18:03.8590000Z</dcterms:modified>
</coreProperties>
</file>