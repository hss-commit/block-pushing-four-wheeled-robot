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373a7cfd94594" /><Relationship Type="http://schemas.openxmlformats.org/officeDocument/2006/relationships/extended-properties" Target="/docProps/app.xml" Id="Rc9b85df983024f4f" /><Relationship Type="http://schemas.openxmlformats.org/officeDocument/2006/relationships/officeDocument" Target="/ppt/presentation.xml" Id="R447efb6f1fa3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722ab80c74086"/>
  </p:sldMasterIdLst>
  <p:notesMasterIdLst>
    <p:notesMasterId xmlns:r="http://schemas.openxmlformats.org/officeDocument/2006/relationships" r:id="R0188dcf4087a47ab"/>
  </p:notesMasterIdLst>
  <p:sldIdLst>
    <p:sldId xmlns:r="http://schemas.openxmlformats.org/officeDocument/2006/relationships" id="256" r:id="Rc6aa309f69e94775"/>
    <p:sldId xmlns:r="http://schemas.openxmlformats.org/officeDocument/2006/relationships" id="257" r:id="R8b1d82342ec6432f"/>
    <p:sldId xmlns:r="http://schemas.openxmlformats.org/officeDocument/2006/relationships" id="258" r:id="Raca631aea7a04573"/>
    <p:sldId xmlns:r="http://schemas.openxmlformats.org/officeDocument/2006/relationships" id="259" r:id="R9049daef6f424081"/>
    <p:sldId xmlns:r="http://schemas.openxmlformats.org/officeDocument/2006/relationships" id="260" r:id="R9b09add524c44f8b"/>
    <p:sldId xmlns:r="http://schemas.openxmlformats.org/officeDocument/2006/relationships" id="261" r:id="Rc7d81db7ddd34d6b"/>
    <p:sldId xmlns:r="http://schemas.openxmlformats.org/officeDocument/2006/relationships" id="262" r:id="Rb161ccf0a4314d9a"/>
    <p:sldId xmlns:r="http://schemas.openxmlformats.org/officeDocument/2006/relationships" id="263" r:id="R57b942c1dde24d2c"/>
    <p:sldId xmlns:r="http://schemas.openxmlformats.org/officeDocument/2006/relationships" id="264" r:id="R10d056e2ec794be5"/>
    <p:sldId xmlns:r="http://schemas.openxmlformats.org/officeDocument/2006/relationships" id="265" r:id="Rf594b4e716fb4e3a"/>
    <p:sldId xmlns:r="http://schemas.openxmlformats.org/officeDocument/2006/relationships" id="266" r:id="R819698ce1915465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15a3575fe94813" /><Relationship Type="http://schemas.openxmlformats.org/officeDocument/2006/relationships/slideMaster" Target="/ppt/slideMasters/slideMaster1.xml" Id="R575722ab80c74086" /><Relationship Type="http://schemas.openxmlformats.org/officeDocument/2006/relationships/notesMaster" Target="/ppt/notesMasters/notesMaster1.xml" Id="R0188dcf4087a47ab" /><Relationship Type="http://schemas.openxmlformats.org/officeDocument/2006/relationships/presProps" Target="/ppt/presProps.xml" Id="Rca49644b30804f17" /><Relationship Type="http://schemas.openxmlformats.org/officeDocument/2006/relationships/tableStyles" Target="/ppt/tableStyles.xml" Id="R16ceee5ba3f84321" /><Relationship Type="http://schemas.openxmlformats.org/officeDocument/2006/relationships/slide" Target="/ppt/slides/slide1.xml" Id="Rc6aa309f69e94775" /><Relationship Type="http://schemas.openxmlformats.org/officeDocument/2006/relationships/slide" Target="/ppt/slides/slide2.xml" Id="R8b1d82342ec6432f" /><Relationship Type="http://schemas.openxmlformats.org/officeDocument/2006/relationships/slide" Target="/ppt/slides/slide3.xml" Id="Raca631aea7a04573" /><Relationship Type="http://schemas.openxmlformats.org/officeDocument/2006/relationships/slide" Target="/ppt/slides/slide4.xml" Id="R9049daef6f424081" /><Relationship Type="http://schemas.openxmlformats.org/officeDocument/2006/relationships/slide" Target="/ppt/slides/slide5.xml" Id="R9b09add524c44f8b" /><Relationship Type="http://schemas.openxmlformats.org/officeDocument/2006/relationships/slide" Target="/ppt/slides/slide6.xml" Id="Rc7d81db7ddd34d6b" /><Relationship Type="http://schemas.openxmlformats.org/officeDocument/2006/relationships/slide" Target="/ppt/slides/slide7.xml" Id="Rb161ccf0a4314d9a" /><Relationship Type="http://schemas.openxmlformats.org/officeDocument/2006/relationships/slide" Target="/ppt/slides/slide8.xml" Id="R57b942c1dde24d2c" /><Relationship Type="http://schemas.openxmlformats.org/officeDocument/2006/relationships/slide" Target="/ppt/slides/slide9.xml" Id="R10d056e2ec794be5" /><Relationship Type="http://schemas.openxmlformats.org/officeDocument/2006/relationships/slide" Target="/ppt/slides/slide10.xml" Id="Rf594b4e716fb4e3a" /><Relationship Type="http://schemas.openxmlformats.org/officeDocument/2006/relationships/slide" Target="/ppt/slides/slide11.xml" Id="R819698ce1915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7ab9057d18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faed740a5149d6" /><Relationship Type="http://schemas.openxmlformats.org/officeDocument/2006/relationships/notesMaster" Target="/ppt/notesMasters/notesMaster1.xml" Id="Rbc1b230fbed44f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0c35e38bf4add" /><Relationship Type="http://schemas.openxmlformats.org/officeDocument/2006/relationships/notesMaster" Target="/ppt/notesMasters/notesMaster1.xml" Id="R37f11a56392047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a856de01f495b" /><Relationship Type="http://schemas.openxmlformats.org/officeDocument/2006/relationships/notesMaster" Target="/ppt/notesMasters/notesMaster1.xml" Id="R90df249d1045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5b78351fb4c9d" /><Relationship Type="http://schemas.openxmlformats.org/officeDocument/2006/relationships/notesMaster" Target="/ppt/notesMasters/notesMaster1.xml" Id="Rd5bd0fcc82b344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5c4addaf6c4b92" /><Relationship Type="http://schemas.openxmlformats.org/officeDocument/2006/relationships/notesMaster" Target="/ppt/notesMasters/notesMaster1.xml" Id="R67915d86ab1c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c397ce1ef402b" /><Relationship Type="http://schemas.openxmlformats.org/officeDocument/2006/relationships/notesMaster" Target="/ppt/notesMasters/notesMaster1.xml" Id="Racf518f14b104f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6efb1102df4831" /><Relationship Type="http://schemas.openxmlformats.org/officeDocument/2006/relationships/notesMaster" Target="/ppt/notesMasters/notesMaster1.xml" Id="R70f0d35ef3bd4e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f8324004b8473c" /><Relationship Type="http://schemas.openxmlformats.org/officeDocument/2006/relationships/notesMaster" Target="/ppt/notesMasters/notesMaster1.xml" Id="Rfe9ba97086cf46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b616cb08ad41af" /><Relationship Type="http://schemas.openxmlformats.org/officeDocument/2006/relationships/notesMaster" Target="/ppt/notesMasters/notesMaster1.xml" Id="R6a3c6a49d52947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bc381705949ee" /><Relationship Type="http://schemas.openxmlformats.org/officeDocument/2006/relationships/notesMaster" Target="/ppt/notesMasters/notesMaster1.xml" Id="Re9dbd483668a41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a63b4108144663" /><Relationship Type="http://schemas.openxmlformats.org/officeDocument/2006/relationships/notesMaster" Target="/ppt/notesMasters/notesMaster1.xml" Id="R9e384c79450047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。今天汇报当前方案、推块策略、下一阶段计划与两人分工。现阶段已形成架构与策略设计，硬件型号尚未确定，也未确认实物测试成果。所有场地图都是动作与决策示意，不代表实际机器人外形、方块数量或测试轨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秒。场地为 1.2 米见方，方块约 2 厘米。小车初始在对方半区并朝向我方，因此第一轮可以直接推送。机器人允许越线，整场无人干预，允许外部摄像头和无线连接。尺寸当前按底盘面积小于 150 平方厘米、最长边小于 40 厘米理解，推板是否计入以及压线、板内方块如何计分仍需确认。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秒。顶置摄像头提供全场画面，电脑端负责识别、目标选择、路径与状态机，车载控制板负责接收速度指令、闭环执行和异常停车。控制芯片和板卡尚未选定，不限定为 ESP32。视觉设计采用 OpenCV 颜色分割识别方块，并通过顶部标记获得机器人位姿。两人开发的分界是统一的速度、坐标与状态接口。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35 秒。这里区分设计成果和实物结果。前期已整理比赛规则、方案架构以及三阶段策略。硬件虽然开展过多轮调研，但尚未形成最终选型结果。采购、搭建和实测还没有可确认的成果，因此本次不把历史候选参数作为既定方案或实测数据。下一步先核实规则和关键器件匹配，再开始原型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核心目标是终场留存，因此每轮选择都要兼顾覆盖数量、留存概率和总耗时。捕获走廊由推板有效宽度和两侧余量决定，无法覆盖或者绕后不可达的目标先排除。页面中的比值表达比较思路，不是已验证的精确公式。开局快速获取，中盘动态攻防，终盘简化动作。推送深度也随局面变化，不固定每轮都深推或送往角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开局无需先越线绕后或掉头，先选正前方、推板能稳定覆盖的一批方块。只有横向调整能明显增加覆盖数量时才调整。推入深度兼顾留存和完整循环耗时。完成推送后慢速短退，确认方块脱离推板，再选择可行通道返回下一目标靠对方的一侧。图中浅色位置表示起始或后续位置，实线为推送，虚线为释放后的返回示意。全程持续避碰，实际路径要考虑推板外廓及转弯扫过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秒。中盘首先检查可行性，再比较整轮耗时和留存收益。图中 A 是存在争夺风险的候选目标，B 是可重新评估的相邻目标。这只是决策局面的示意，没有声称双方到达时间已经测量。面对新方块，执行获取；我方近中线的一批方块受威胁时，可以推深保护；对手已经把方块推走时，预测其释放位置，寻找落点回收机会。若双方到达时间接近，就换目标，避免长时间正面对推。已经安全在我方深区的方块不重复处理。目标确认后设短时锁定，出现碰撞风险或目标变化时允许重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终盘的约束是剩余时间。判断一轮是否来得及，要把绕后、对准、推送和释放全部计入，并留制动余量。优先近线、路程短的可行目标，减少深推和远端绕行。图中的路径只比较动作复杂度，不是实测轨迹。方块是否压线、是否留在推板内的计分细则需要确认，实际停车与释放方式据此调整。终盘切换时机由最短有效推送耗时标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先确认比赛细则、元件参数和接口，然后分两条线开发。底盘侧验证控速、编码器和无线指令，视觉侧验证标定、位姿和方块识别。联调时先到点和对准，再完成推送、释放与返回，稳定后才增加连续推块、对手判断和阶段切换。具体日期根据到货和课程节点确定，当前按验收推进，不编造截止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秒。这是建议分工，成员姓名暂用 A 和 B。A 负责机械电控与车载执行，B 负责视觉、策略与电脑端程序。双方提前统一坐标原点、方向、单位、指令时效和异常状态。策略讨论、接口制定、联调和比赛测试必须共同完成，并各自保存可复现的操作和测试记录。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 秒。下一阶段的目标是可运行、可复现、可记录。底盘侧展示无线指令和异常停车，视觉侧展示位姿及方块输出，整机侧展示完整的推送循环。误差、延迟、漏块和耗时需要实际测量，不能用目标值代替结果。整份汇报依据已有 V3 方案、项目记录以及本次确认的内容结构；硬件候选不作为最终选型。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e0bcc357246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068189c6cb43f8" /><Relationship Type="http://schemas.openxmlformats.org/officeDocument/2006/relationships/slideLayout" Target="/ppt/slideLayouts/slideLayout1.xml" Id="Rb5de4d6fa79e43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de4d6fa79e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ff88f9b9c4416" /><Relationship Type="http://schemas.openxmlformats.org/officeDocument/2006/relationships/image" Target="/ppt/media/image.png" Id="R33a60235ebcd4990" /><Relationship Type="http://schemas.openxmlformats.org/officeDocument/2006/relationships/notesSlide" Target="/ppt/notesSlides/notesSlide1.xml" Id="R3cf03b9eaf8348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282986644b8b" /><Relationship Type="http://schemas.openxmlformats.org/officeDocument/2006/relationships/image" Target="/ppt/media/image2.png" Id="R45d0cf072adf4163" /><Relationship Type="http://schemas.openxmlformats.org/officeDocument/2006/relationships/notesSlide" Target="/ppt/notesSlides/notesSlide2.xml" Id="R142d87ba7a69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9c0964da94b33" /><Relationship Type="http://schemas.openxmlformats.org/officeDocument/2006/relationships/image" Target="/ppt/media/image3.png" Id="R47bdba0ecf3849d9" /><Relationship Type="http://schemas.openxmlformats.org/officeDocument/2006/relationships/notesSlide" Target="/ppt/notesSlides/notesSlide3.xml" Id="Rdfeaf9e736884e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c66080cd4993" /><Relationship Type="http://schemas.openxmlformats.org/officeDocument/2006/relationships/image" Target="/ppt/media/image4.png" Id="Rb5f423df176447f4" /><Relationship Type="http://schemas.openxmlformats.org/officeDocument/2006/relationships/notesSlide" Target="/ppt/notesSlides/notesSlide4.xml" Id="R6fc0c301db7940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d49c64dd14696" /><Relationship Type="http://schemas.openxmlformats.org/officeDocument/2006/relationships/image" Target="/ppt/media/image5.png" Id="Rd013a8faa08e4fc0" /><Relationship Type="http://schemas.openxmlformats.org/officeDocument/2006/relationships/notesSlide" Target="/ppt/notesSlides/notesSlide5.xml" Id="R0edb9c041b954e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06ea367514d49" /><Relationship Type="http://schemas.openxmlformats.org/officeDocument/2006/relationships/image" Target="/ppt/media/image6.png" Id="Rd5da09747af14cc2" /><Relationship Type="http://schemas.openxmlformats.org/officeDocument/2006/relationships/notesSlide" Target="/ppt/notesSlides/notesSlide6.xml" Id="Rd0dde17728414d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21ae6f41d4670" /><Relationship Type="http://schemas.openxmlformats.org/officeDocument/2006/relationships/image" Target="/ppt/media/image7.png" Id="Rcc471e6247a441d3" /><Relationship Type="http://schemas.openxmlformats.org/officeDocument/2006/relationships/notesSlide" Target="/ppt/notesSlides/notesSlide7.xml" Id="Rc8c06126de1c4a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a4291f1db4f58" /><Relationship Type="http://schemas.openxmlformats.org/officeDocument/2006/relationships/image" Target="/ppt/media/image8.png" Id="Raa04bfbca4444a99" /><Relationship Type="http://schemas.openxmlformats.org/officeDocument/2006/relationships/notesSlide" Target="/ppt/notesSlides/notesSlide8.xml" Id="Reca95eeb903b4e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1923dc4646e6" /><Relationship Type="http://schemas.openxmlformats.org/officeDocument/2006/relationships/image" Target="/ppt/media/image9.png" Id="Rf0d168ef81164ce5" /><Relationship Type="http://schemas.openxmlformats.org/officeDocument/2006/relationships/notesSlide" Target="/ppt/notesSlides/notesSlide9.xml" Id="Rf1b4834124594d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f1deccd434e2e" /><Relationship Type="http://schemas.openxmlformats.org/officeDocument/2006/relationships/image" Target="/ppt/media/image10.png" Id="R34a74945aed74985" /><Relationship Type="http://schemas.openxmlformats.org/officeDocument/2006/relationships/notesSlide" Target="/ppt/notesSlides/notesSlide10.xml" Id="R8bd7fe349b794a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1db2e0b514b64" /><Relationship Type="http://schemas.openxmlformats.org/officeDocument/2006/relationships/image" Target="/ppt/media/image11.png" Id="Rae2ac875929d4046" /><Relationship Type="http://schemas.openxmlformats.org/officeDocument/2006/relationships/notesSlide" Target="/ppt/notesSlides/notesSlide11.xml" Id="R02d81032a28349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60235ebcd499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0cf072adf416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25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dba0ecf3849d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16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423df176447f4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84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3a8faa08e4fc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88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a09747af14cc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90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71e6247a441d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948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4bfbca4444a99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17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168ef81164ce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39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74945aed74985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70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ac875929d404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93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2026-09-28T12:50:07.6560000Z</dcterms:created>
  <dcterms:modified xsi:type="dcterms:W3CDTF">2026-09-28T12:50:07.6560000Z</dcterms:modified>
</coreProperties>
</file>