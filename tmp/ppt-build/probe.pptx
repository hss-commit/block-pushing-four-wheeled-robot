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b6373eb0d04e73" /><Relationship Type="http://schemas.openxmlformats.org/officeDocument/2006/relationships/extended-properties" Target="/docProps/app.xml" Id="Ra46be6ccc10242c0" /><Relationship Type="http://schemas.openxmlformats.org/officeDocument/2006/relationships/officeDocument" Target="/ppt/presentation.xml" Id="Rfdddc5e31bd34a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cb6c5eda2f46e5"/>
  </p:sldMasterIdLst>
  <p:notesMasterIdLst>
    <p:notesMasterId xmlns:r="http://schemas.openxmlformats.org/officeDocument/2006/relationships" r:id="R99ccd4e00bf545e9"/>
  </p:notesMasterIdLst>
  <p:sldIdLst>
    <p:sldId xmlns:r="http://schemas.openxmlformats.org/officeDocument/2006/relationships" id="256" r:id="R329118f907eb489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8cf69da5d34dee" /><Relationship Type="http://schemas.openxmlformats.org/officeDocument/2006/relationships/slideMaster" Target="/ppt/slideMasters/slideMaster1.xml" Id="Rebcb6c5eda2f46e5" /><Relationship Type="http://schemas.openxmlformats.org/officeDocument/2006/relationships/notesMaster" Target="/ppt/notesMasters/notesMaster1.xml" Id="R99ccd4e00bf545e9" /><Relationship Type="http://schemas.openxmlformats.org/officeDocument/2006/relationships/presProps" Target="/ppt/presProps.xml" Id="Rf46fe6437ba24606" /><Relationship Type="http://schemas.openxmlformats.org/officeDocument/2006/relationships/tableStyles" Target="/ppt/tableStyles.xml" Id="Radc19ba51eb84db3" /><Relationship Type="http://schemas.openxmlformats.org/officeDocument/2006/relationships/slide" Target="/ppt/slides/slide1.xml" Id="R329118f907eb48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49835638a345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f0fe0c29644129" /><Relationship Type="http://schemas.openxmlformats.org/officeDocument/2006/relationships/notesMaster" Target="/ppt/notesMasters/notesMaster1.xml" Id="Rd169f82c82d542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72ace103547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fa6b685b6549ff" /><Relationship Type="http://schemas.openxmlformats.org/officeDocument/2006/relationships/slideLayout" Target="/ppt/slideLayouts/slideLayout1.xml" Id="R9c565e3eb2cb4b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565e3eb2cb4b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5b5b1cc1948e1" /><Relationship Type="http://schemas.openxmlformats.org/officeDocument/2006/relationships/notesSlide" Target="/ppt/notesSlides/notesSlide1.xml" Id="R965383b065da4b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973CD-CE66-4A1F-A796-01000B54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38200"/>
            <a:ext cx="1619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2833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28332F"/>
                </a:solidFill>
                <a:latin typeface="Microsoft YaHei"/>
                <a:ea typeface="Microsoft YaHei"/>
                <a:cs typeface="Microsoft YaHei"/>
              </a:rPr>
              <a:t>机器人推块比赛 · 阶段方案与策略</a:t>
            </a:r>
          </a:p>
        </p:txBody>
      </p:sp>
    </p:spTree>
    <p:extLst>
      <p:ext uri="{BB962C8B-B14F-4D97-AF65-F5344CB8AC3E}">
        <p14:creationId xmlns:p14="http://schemas.microsoft.com/office/powerpoint/2010/main" val="1560450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2026-09-28T12:48:34.6320000Z</dcterms:created>
  <dcterms:modified xsi:type="dcterms:W3CDTF">2026-09-28T12:48:34.6320000Z</dcterms:modified>
</coreProperties>
</file>